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Med-Track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Your Personal &amp; Family Health Companion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The Challenge of Managing Health Records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Keeping track of symptoms over time is difficult.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Remembering past medications, durations, and doctor instructions is error-prone.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Managing health records for multiple family members leads to fragmented data.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Communicating accurate medical history to doctors is often rushed and incomplete.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Introducing Med-Track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unified, digital health diary.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Log symptoms, medications, and doctor visits in real-time.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Visual trend analysis for vital signs (temperature, SpO2).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Beautiful, accessible, and works completely offline.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Core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Health Episodes: Start a log and add continuous updates.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Family Profiles: Manage the health of your loved ones from a single account.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Vitals Visualization: Automatically generated charts tracking fever and oxygen.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Sharing &amp; Accessibility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Shareable Doctor Links: Secure read-only link for your physician.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PDF Export: Download a complete medical report with one click.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Progressive Web App (PWA): Install on your phone for offline use.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Dark Mode: Eye-friendly dark theme for late-night logging.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Built for Speed and Reliability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Frontend: React + Vite for lightning-fast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Styling: Tailwind CSS with a vibrant, glassmorphism design.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Backend: Firebase Auth &amp; Firestore for real-time syncing.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Data Visualization: Recharts for interactive medical charting.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What's Next?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Smart Medication Reminders: Push notifications for upcoming pills.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AI Health Insights: Basic AI analysis to detect recurring health patterns.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Wearable Integration: Syncing data directly from Apple Health or Fitbit.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Thank you for your time.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Med-Track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Med-Track Presentation</dc:title>
  <dc:subject>PptxGenJS Presentation</dc:subject>
  <dc:creator>Antigravity</dc:creator>
  <cp:lastModifiedBy>Antigravity</cp:lastModifiedBy>
  <cp:revision>1</cp:revision>
  <dcterms:created xsi:type="dcterms:W3CDTF">2026-05-08T11:10:31Z</dcterms:created>
  <dcterms:modified xsi:type="dcterms:W3CDTF">2026-05-08T11:10:31Z</dcterms:modified>
</cp:coreProperties>
</file>