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</a:rPr>
              <a:t>Med‑Track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Your Personal &amp; Family Health Companion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The Challenge of Managing Health Records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8229600" cy="2743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Keeping track of symptoms over time is difficult.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Remembering past medications, durations, and doctor instructions is error‑prone.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Managing health records for multiple family members leads to fragmented data.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Communicating accurate medical history to doctors is often rushed and incomplete.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Introducing Med‑Track</a:t>
            </a:r>
            <a:endParaRPr lang="en-US" sz="3000" dirty="0"/>
          </a:p>
        </p:txBody>
      </p:sp>
      <p:pic>
        <p:nvPicPr>
          <p:cNvPr id="3" name="Image 0" descr="C:/Users/Jsola/.gemini/antigravity/brain/937eac6a-99ff-4d40-9378-7aa9059b4db8/dashboard_dark_17782387863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212080"/>
            <a:ext cx="8229600" cy="1371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A unified, digital health diary.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Log symptoms, medications, and doctor visits in real‑time.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Visual trend analysis for vitals (temperature, SpO2).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Works offline as a PWA with dark mode.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Core Capabilities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3840480" cy="22860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Dynamic Health Episodes – continuous updates.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Family Profiles – one account, many users.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Vitals Visualization – interactive charts.</a:t>
            </a:r>
            <a:endParaRPr lang="en-US" sz="1800" dirty="0"/>
          </a:p>
        </p:txBody>
      </p:sp>
      <p:pic>
        <p:nvPicPr>
          <p:cNvPr id="4" name="Image 0" descr="C:/Users/Jsola/.gemini/antigravity/brain/937eac6a-99ff-4d40-9378-7aa9059b4db8/episode_detail_demo_17782388056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188720"/>
            <a:ext cx="384048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Sharing &amp; Accessibility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8229600" cy="22860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Shareable Doctor Links – secure read‑only URLs.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PDF Export – one‑click medical report.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Progressive Web App – install on phone, offline use.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Dark Mode – eye‑friendly for night logging.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Built for Speed &amp; Reliability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8229600" cy="22860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Frontend: React + Vite – lightning fast.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Styling: Tailwind CSS + glassmorphism – vibrant UI.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Backend: Firebase Auth &amp; Firestore – real‑time syncing.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Charts: Recharts – responsive, interactive.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What’s Next?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8229600" cy="22860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Smart Medication Reminders – push notifications.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AI Health Insights – detect recurring patterns.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Wearable Integration – Apple Health, Fitbit.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Live Demo – UI Walkthrough</a:t>
            </a:r>
            <a:endParaRPr lang="en-US" sz="3000" dirty="0"/>
          </a:p>
        </p:txBody>
      </p:sp>
      <p:pic>
        <p:nvPicPr>
          <p:cNvPr id="3" name="Image 0" descr="C:/Users/Jsola/.gemini/antigravity/brain/937eac6a-99ff-4d40-9378-7aa9059b4db8/dashboard_dark_17782387863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3931920" cy="3200400"/>
          </a:xfrm>
          <a:prstGeom prst="rect">
            <a:avLst/>
          </a:prstGeom>
        </p:spPr>
      </p:pic>
      <p:pic>
        <p:nvPicPr>
          <p:cNvPr id="4" name="Image 1" descr="C:/Users/Jsola/.gemini/antigravity/brain/937eac6a-99ff-4d40-9378-7aa9059b4db8/episode_detail_demo_17782388056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</a:rPr>
              <a:t>Questions?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Thank you for your time.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2026-05-08T11:14:20Z</dcterms:created>
  <dcterms:modified xsi:type="dcterms:W3CDTF">2026-05-08T11:14:20Z</dcterms:modified>
</cp:coreProperties>
</file>